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6400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6400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6400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16002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16002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E8AA42"/>
          </a:solidFill>
          <a:ln w="6350">
            <a:solidFill>
              <a:srgbClr val="E8AA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6002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256032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256032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56032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35204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35204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35204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188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자판기 시스템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Vending Machine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객체지향프로그래밍 · 최종보고서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457200" cy="54864"/>
          </a:xfrm>
          <a:prstGeom prst="rect">
            <a:avLst/>
          </a:prstGeom>
          <a:solidFill>
            <a:srgbClr val="E8AA42"/>
          </a:solidFill>
          <a:ln w="12700">
            <a:solidFill>
              <a:srgbClr val="E8A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71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23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인공지능공학부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함수아 (Model)  ·  김남주 (View)  ·  최서영 (Controller)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 · 주문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65960" y="42062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(현금/카드/포인트)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42062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제조 모니터링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42062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13193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(재고/매출)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아키텍처 — MVC 구조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 → Controller → Model 단방향 의존 + 멀티스레드 콜백 흐름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23 · 스마트 자판기 시스템 · 객체지향프로그래밍 최종보고서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23317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34440"/>
            <a:ext cx="64008" cy="2240280"/>
          </a:xfrm>
          <a:prstGeom prst="rect">
            <a:avLst/>
          </a:prstGeom>
          <a:solidFill>
            <a:srgbClr val="E8AA42"/>
          </a:solidFill>
          <a:ln w="12700">
            <a:solidFill>
              <a:srgbClr val="E8AA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28930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  (김남주)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581912"/>
            <a:ext cx="21122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MainMenuView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메뉴 + 상품명 입력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PaymentView (JDialog)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현금/카드/포인트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OrderStatusView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제조 대기 + 취소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AdminView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재고표 + 매출 + 보충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StatusViewListener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콜백 인터페이스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01568" y="1234440"/>
            <a:ext cx="23317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234440"/>
            <a:ext cx="64008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28930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  (최서영)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581912"/>
            <a:ext cx="21122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OrderController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주문 검증 + 결제 + 큐 등록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PaymentController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Payment 다형성 위임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InventoryController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재고 차감/보충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MachineController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MakerThread 라이프사이클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AdminController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인증 + 매출 조회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234440"/>
            <a:ext cx="23317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234440"/>
            <a:ext cx="64008" cy="2240280"/>
          </a:xfrm>
          <a:prstGeom prst="rect">
            <a:avLst/>
          </a:prstGeom>
          <a:solidFill>
            <a:srgbClr val="6B7CB8"/>
          </a:solidFill>
          <a:ln w="12700">
            <a:solidFill>
              <a:srgbClr val="6B7C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28930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 (함수아)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1581912"/>
            <a:ext cx="21122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(abstract)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Drink → Coffee/Tea/Smoothie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Snack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(interface)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Cash/Card/Point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Order, OrderQueue, OrderStatus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  (Map&lt;String,Product&gt;)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SalesRepository  (sales.txt I/O)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MakerThread  (synchronized)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52928" y="2331720"/>
            <a:ext cx="48463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60720" y="2331720"/>
            <a:ext cx="48463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09360" y="3703320"/>
            <a:ext cx="-2103120" cy="0"/>
          </a:xfrm>
          <a:prstGeom prst="line">
            <a:avLst/>
          </a:prstGeom>
          <a:noFill/>
          <a:ln w="19050">
            <a:solidFill>
              <a:srgbClr val="E8AA4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01568" y="3703320"/>
            <a:ext cx="-1847088" cy="0"/>
          </a:xfrm>
          <a:prstGeom prst="line">
            <a:avLst/>
          </a:prstGeom>
          <a:noFill/>
          <a:ln w="19050">
            <a:solidFill>
              <a:srgbClr val="E8AA4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292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A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변화 콜백 (MakerThread → MachineController → broadcast → View)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· Swing · MVC · 멀티스레드(synchronized + wait/notify) · 파일 I/O(UTF-8) · 컬렉션/제네릭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— 함수아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데이터 · 핵심 로직 · 파일 영속화 · 작업 스레드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23 · 스마트 자판기 시스템 · 객체지향프로그래밍 최종보고서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4937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34440"/>
            <a:ext cx="64008" cy="2194560"/>
          </a:xfrm>
          <a:prstGeom prst="rect">
            <a:avLst/>
          </a:prstGeom>
          <a:solidFill>
            <a:srgbClr val="6B7CB8"/>
          </a:solidFill>
          <a:ln w="12700">
            <a:solidFill>
              <a:srgbClr val="6B7C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28930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다이어그램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581912"/>
            <a:ext cx="471830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(abstract)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├─ Drink (abstract, ml/isHot/brewTime)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│     ├─ Coffee   make() override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│     ├─ Tea      make() override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│     └─ Smoothie make() override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└─ Snack            make() override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(interface)   boolean pay(int amount)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├─ CashPayment    (insertedAmount, getChange)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├─ CardPayment    (cardNumber, creditLimit)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└─ PointPayment   (point)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 (Product, Payment, OrderStatus, createdAt)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OrderStatus  enum  WAITING → MAKING → DONE / CANCELED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OrderQueue   Queue&lt;Order&gt;  synchronized + wait/notifyAll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    Map&lt;String,Product&gt;  unmodifiableMap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SalesRepository  sales.txt  UTF-8 try-with-resources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MakerThread  extends Thread  interrupt 종료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1234440"/>
            <a:ext cx="3154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234440"/>
            <a:ext cx="64008" cy="2194560"/>
          </a:xfrm>
          <a:prstGeom prst="rect">
            <a:avLst/>
          </a:prstGeom>
          <a:solidFill>
            <a:srgbClr val="E8AA42"/>
          </a:solidFill>
          <a:ln w="12700">
            <a:solidFill>
              <a:srgbClr val="E8AA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28930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OOP 5범주 자기 대응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42432" y="1581912"/>
            <a:ext cx="2935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추상화/확장성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Product 추상 + Payment 인터페이스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새 상품/결제 추가 시 변경 없음(OCP)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정보 은닉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모든 필드 private (대부분 final)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Inventory Map → unmodifiableMap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역할 분리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Model 은 View/Controller 를 모름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MakerThread 도 View 타입 모름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안정성/자원 관리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synchronized + wait/notifyAll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try-with-resources, InterruptedException 재설정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가독성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OrderStatus enum, camelCase, 단일 책임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520440"/>
            <a:ext cx="6400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575304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핵심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" y="3867912"/>
            <a:ext cx="8010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OrderQueue.enqueue (synchronized) → notifyAll()       ⇄       MakerThread.dequeue (synchronized) wait()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Inventory.reduceStock / addStock — 메서드 단위 synchronized로 동시 접근 보호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SalesRepository.save / loadAll — synchronized + OutputStreamWriter/InputStreamReader(UTF-8) + try-with-resources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 — 김남주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Swing 화면 + StatusViewListener 콜백 (EDT 안전)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23 · 스마트 자판기 시스템 · 객체지향프로그래밍 최종보고서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34440"/>
            <a:ext cx="64008" cy="1554480"/>
          </a:xfrm>
          <a:prstGeom prst="rect">
            <a:avLst/>
          </a:prstGeom>
          <a:solidFill>
            <a:srgbClr val="E8AA42"/>
          </a:solidFill>
          <a:ln w="12700">
            <a:solidFill>
              <a:srgbClr val="E8AA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28930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MainMenuView  (JFrame)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581912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JTextArea 메뉴 표시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JTextField 상품명 입력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JButton 주문/관리자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refreshMenuDisplay()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34440"/>
            <a:ext cx="64008" cy="1554480"/>
          </a:xfrm>
          <a:prstGeom prst="rect">
            <a:avLst/>
          </a:prstGeom>
          <a:solidFill>
            <a:srgbClr val="E8AA42"/>
          </a:solidFill>
          <a:ln w="12700">
            <a:solidFill>
              <a:srgbClr val="E8AA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28930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PaymentView  (JDialog · modal)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1581912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JRadioButton CASH/CARD/POINT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JTextField 투입 금액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executePayment()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후 parentView 갱신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26080"/>
            <a:ext cx="64008" cy="1554480"/>
          </a:xfrm>
          <a:prstGeom prst="rect">
            <a:avLst/>
          </a:prstGeom>
          <a:solidFill>
            <a:srgbClr val="E8AA42"/>
          </a:solidFill>
          <a:ln w="12700">
            <a:solidFill>
              <a:srgbClr val="E8A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9809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OrderStatusView  (JFrame)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" y="3273552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JLabel 현재 제조 상품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JTextArea 대기열 표시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ID 입력 → 취소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StatusViewListener 구현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926080"/>
            <a:ext cx="64008" cy="1554480"/>
          </a:xfrm>
          <a:prstGeom prst="rect">
            <a:avLst/>
          </a:prstGeom>
          <a:solidFill>
            <a:srgbClr val="E8AA42"/>
          </a:solidFill>
          <a:ln w="12700">
            <a:solidFill>
              <a:srgbClr val="E8A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9809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AdminView  (JFrame)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10712" y="3273552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JPasswordField 인증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JTable 재고표 (자동 갱신)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JTextArea 매출 내역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StatusViewListener + dispose 해제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123444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234440"/>
            <a:ext cx="64008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128930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53912" y="1581912"/>
            <a:ext cx="252374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단방향 흐름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View → Controller (Model 직접 X)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화면 갱신은 View 가 직접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EDT 안전성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UI 갱신은 SwingUtilities.invokeLater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listener 콜백도 EDT 위에서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결합도 ↓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PaymentView → orderController 만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getMachineController 같은 게터 X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자원 관리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dispose() 에서 unregisterStatusView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리스너 누수 방지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보안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JPasswordField (showInputDialog X)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 — 최서영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컨트롤러 · 검증→위임 패턴 · MakerThread 라이프사이클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23 · 스마트 자판기 시스템 · 객체지향프로그래밍 최종보고서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28930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OrderController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581912"/>
            <a:ext cx="2523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createOrder(name, user)  검증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processPaymentAndManufacture()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cancelOrder / cancelOrderById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findProductByName  ID 매핑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55848" y="123444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234440"/>
            <a:ext cx="6400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28930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PaymentController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581912"/>
            <a:ext cx="2523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pay(Payment, amount)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인터페이스에 위임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 (amount &gt; 0)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304288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304288"/>
            <a:ext cx="6400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35915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InventoryController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" y="2651760"/>
            <a:ext cx="2523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reduceStock(id, qty)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addStock(id, qty)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검증 (qty &gt; 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55848" y="2304288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5848" y="2304288"/>
            <a:ext cx="6400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35915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MachineController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2651760"/>
            <a:ext cx="2523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startMaker / stopMaker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onMakerEvent(order) → broadcast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CopyOnWriteArrayList&lt;Listener&gt;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374136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374136"/>
            <a:ext cx="6400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4290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AdminController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" y="3721608"/>
            <a:ext cx="2523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authenticate(pw)  equals()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replenishInventory(name, qty)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loadSales() · getAllProducts()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1234440"/>
            <a:ext cx="2606040" cy="30998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234440"/>
            <a:ext cx="64008" cy="3099816"/>
          </a:xfrm>
          <a:prstGeom prst="rect">
            <a:avLst/>
          </a:prstGeom>
          <a:solidFill>
            <a:srgbClr val="E8AA42"/>
          </a:solidFill>
          <a:ln w="12700">
            <a:solidFill>
              <a:srgbClr val="E8AA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28930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+ 5범주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91072" y="1581912"/>
            <a:ext cx="238658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검증 → 위임 패턴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Controller 가 입력 검증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도메인 처리는 Model에 위임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단방향 의존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View → Controller → Model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OrderController → MachineController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(취소 broadcast 용, 순환 없음)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Stateless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processPaymentAndManufacture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는 productName 받음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① 추상화: OCP (Payment, Product)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③ 결합도: View 가 도메인 모름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 ④ 동시성: CopyOnWriteArrayList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synchronized(order),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ShutdownHook(stopMaker)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예시 ① — 사용자 흐름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→ 상품명 주문 → 결제 → 실시간 제조 모니터링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23 · 스마트 자판기 시스템 · 객체지향프로그래밍 최종보고서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MainMenuView — 메뉴 + 상품명 입력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스크린샷을 여기에 삽입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PaymentView — 결제 수단 선택 + 금액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스크린샷을 여기에 삽입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0292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OrderStatusView — 제조 중 + 대기열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스크린샷을 여기에 삽입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70916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콘솔 로그 — [제조] · [판매 저장]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스크린샷을 여기에 삽입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예시 ② — 관리자 + 부가 흐름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→ 재고/매출 조회 · 재고 보충 · 주문 취소 · sales.txt 기록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23 · 스마트 자판기 시스템 · 객체지향프로그래밍 최종보고서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관리자 인증 (JPasswordField 마스킹)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스크린샷을 여기에 삽입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AdminView — 재고표 + 매출 내역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스크린샷을 여기에 삽입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0292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주문 취소 — OrderStatusView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스크린샷을 여기에 삽입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70916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sales.txt 실제 기록 (UTF-8)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스크린샷을 여기에 삽입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OOP 5범주 매핑 · 한계 · 향후 개선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기준별 근거 코드 위치 + 의식한 한계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23 · 스마트 자판기 시스템 · 객체지향프로그래밍 최종보고서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5486400" cy="2194560"/>
        </p:xfrm>
        <a:graphic>
          <a:graphicData uri="http://schemas.openxmlformats.org/drawingml/2006/table">
            <a:tbl>
              <a:tblPr/>
              <a:tblGrid>
                <a:gridCol w="1417320"/>
                <a:gridCol w="4069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코드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추상화/확장성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Product/Drink abstract · Payment interface · OrderController.newPayment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정보 은닉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 private(final) · Inventory.unmodifiableMap · Order.setStatus 전이 검증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역할 분리/결합도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View→Controller→Model 단방향 · MakerThread → MachineController 콜백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안정성/자원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synchronized + wait/notify · CopyOnWriteArrayList · InterruptedException 재설정 · ShutdownHook · dispose() unregister · try-with-resources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가독성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camelCase · 단일 책임 메서드 · OrderStatus enum · 모든 클래스 상단 책임 주석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2344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1234440"/>
            <a:ext cx="64008" cy="2194560"/>
          </a:xfrm>
          <a:prstGeom prst="rect">
            <a:avLst/>
          </a:prstGeom>
          <a:solidFill>
            <a:srgbClr val="E8AA42"/>
          </a:solidFill>
          <a:ln w="12700">
            <a:solidFill>
              <a:srgbClr val="E8AA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91072" y="128930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의식한 한계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91072" y="1581912"/>
            <a:ext cx="23865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카드/포인트 잔액이 결제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때마다 생성되는 데모값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(사용자 계정 모델 없음)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관리자 비밀번호가 상수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실 운영이라면 외부 설정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해시 저장 필요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상품명 중복은 시드에선 없음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실 운영이라면 거부/선택 UI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processPayment 실패 시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결제 환불 보상 처리 생략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3566160"/>
            <a:ext cx="82296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56616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3621024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개선 방향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" y="3913632"/>
            <a:ext cx="8010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카드/포인트 → User 모델 도입(영속화), Payment 인터페이스에 refund() 추가하여 결제-재고 트랜잭션 보상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관리자 인증 외부화: properties/env 파일 + BCrypt 해시. 추가로 권한 단계(view-only / admin) 분리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Product 식별을 ID 유지하되, 사용자 입력 UX 는 자동완성·드롭다운으로 정확 일치 부담 제거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자판기 시스템 최종보고서</dc:title>
  <dc:subject>PptxGenJS Presentation</dc:subject>
  <dc:creator>팀23</dc:creator>
  <cp:lastModifiedBy>팀23</cp:lastModifiedBy>
  <cp:revision>1</cp:revision>
  <dcterms:created xsi:type="dcterms:W3CDTF">2026-06-04T09:52:43Z</dcterms:created>
  <dcterms:modified xsi:type="dcterms:W3CDTF">2026-06-04T09:52:43Z</dcterms:modified>
</cp:coreProperties>
</file>